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63B3ED"/>
                </a:solidFill>
              </a:rPr>
              <a:t>🎣 Phishing Awareness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94A3B8"/>
                </a:solidFill>
              </a:rPr>
              <a:t>Protecting Yourself in the Digital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75569"/>
                </a:solidFill>
              </a:rPr>
              <a:t>CodeAlpha Cybersecurity Internship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63B3ED"/>
                </a:solidFill>
              </a:rPr>
              <a:t>🔍 What is Phishing?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2E8F0"/>
                </a:solidFill>
              </a:rPr>
              <a:t>Phishing is a cyberattack where criminals disguise themselves as trusted entities to steal sensitive information like passwords, credit card numbers, and personal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</a:rPr>
              <a:t>📊 Phishing Statistics: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</a:rPr>
              <a:t>• 36% of data breaches involve phishing
• 3.4 Billion phishing emails sent daily
• $17,700 lost every minute to phishing attacks
• 1 in 99 emails is a phishing attack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63B3ED"/>
                </a:solidFill>
              </a:rPr>
              <a:t>🎯 Types of Phishing Attacks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BBF24"/>
                </a:solidFill>
              </a:rPr>
              <a:t>📧 Email Phishing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188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</a:rPr>
              <a:t>Mass emails pretending to be from banks or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BBF24"/>
                </a:solidFill>
              </a:rPr>
              <a:t>🎯 Spear Phishing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</a:rPr>
              <a:t>Targeted attacks using personal information about the victim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BBF24"/>
                </a:solidFill>
              </a:rPr>
              <a:t>🐋 Whaling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</a:rPr>
              <a:t>Attacks targeting high-level executives and CEOs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BBF24"/>
                </a:solidFill>
              </a:rPr>
              <a:t>📱 Smishing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4206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</a:rPr>
              <a:t>Phishing via SMS text messages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BBF24"/>
                </a:solidFill>
              </a:rPr>
              <a:t>📞 Vishing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</a:rPr>
              <a:t>Voice phishing through phone calls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63B3ED"/>
                </a:solidFill>
              </a:rPr>
              <a:t>🚨 How to Recognize Phishing?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2E8F0"/>
                </a:solidFill>
              </a:rPr>
              <a:t>🔴 Urgent or threatening language
🔴 Suspicious sender email address
🔴 Generic greetings like 'Dear Customer'
🔴 Unexpected attachments or links
🔴 Requests for personal/financial info
🔴 Poor grammar and spelling mistakes
🔴 Mismatched URLs (hover before clicking!)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63B3ED"/>
                </a:solidFill>
              </a:rPr>
              <a:t>🧠 Social Engineering Tactics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BBF24"/>
                </a:solidFill>
              </a:rPr>
              <a:t>⚡ Urgency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1280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</a:rPr>
              <a:t>'Your account will be suspended in 24 hours!'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BBF24"/>
                </a:solidFill>
              </a:rPr>
              <a:t>😨 Fear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21945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</a:rPr>
              <a:t>'Suspicious activity detected on your account'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BBF24"/>
                </a:solidFill>
              </a:rPr>
              <a:t>🎁 Greed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31089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</a:rPr>
              <a:t>'You won a $1000 prize! Click to claim'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BBF24"/>
                </a:solidFill>
              </a:rPr>
              <a:t>🤝 Authority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40233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</a:rPr>
              <a:t>'This is your IT department, we need your password'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377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BBF24"/>
                </a:solidFill>
              </a:rPr>
              <a:t>💕 Sympathy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4937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</a:rPr>
              <a:t>'I'm stranded abroad, please send money'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63B3ED"/>
                </a:solidFill>
              </a:rPr>
              <a:t>🛡️ Best Practices to Stay Safe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E2E8F0"/>
                </a:solidFill>
              </a:rPr>
              <a:t>✅ Always verify sender email addresses carefully
✅ Never click suspicious links - type URLs directly
✅ Enable Two-Factor Authentication (2FA)
✅ Keep software and browsers updated
✅ Use a password manager
✅ Report suspicious emails to IT/security team
✅ When in doubt, call the organization directly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63B3ED"/>
                </a:solidFill>
              </a:rPr>
              <a:t>🌍 Real World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F24"/>
                </a:solidFill>
              </a:rPr>
              <a:t>⚠️ Fake Email Example: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CA5A5"/>
                </a:solidFill>
              </a:rPr>
              <a:t>From: security@paypa1.com (notice the '1' instead of 'l')
Subject: URGENT: Your account has been compromised!
Dear Valued Customer,
We detected suspicious activity on your PayPal account.
Your account will be SUSPENDED in 24 hours unless you verify immediately.
Click here → http://paypal-secure-login.suspicious-site.com
Enter your username, password and credit card details to verify.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46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BBF24"/>
                </a:solidFill>
              </a:rPr>
              <a:t>🔴 Red Flags: Fake domain | Urgency | Requests credentials | Suspicious URL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63B3ED"/>
                </a:solidFill>
              </a:rPr>
              <a:t>🧠 Quick Quiz!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E2E8F0"/>
                </a:solidFill>
              </a:rPr>
              <a:t>Q1: You receive an email from 'support@amaz0n.com' asking to verify your account.
What should you 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86EFAC"/>
                </a:solidFill>
              </a:rPr>
              <a:t>✅ Answer: Do NOT click! The domain 'amaz0n.com' is fake (0 instead of o). Report 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E2E8F0"/>
                </a:solidFill>
              </a:rPr>
              <a:t>Q2: A caller claims to be from IT support and needs your password to fix an issue.
What should you 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86EFAC"/>
                </a:solidFill>
              </a:rPr>
              <a:t>✅ Answer: NEVER share your password! Hang up and call IT directly using official number.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63B3ED"/>
                </a:solidFill>
              </a:rPr>
              <a:t>🎯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2E8F0"/>
                </a:solidFill>
              </a:rPr>
              <a:t>🔑 Think before you click
🔑 Verify before you trust
🔑 When in doubt, don't!
🔑 Phishing attacks rely on your emotions - stay calm
🔑 Report suspicious activity immediately
🔑 Security is everyone's responsibility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63B3ED"/>
                </a:solidFill>
              </a:rPr>
              <a:t>Stay Safe Online! 🛡️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